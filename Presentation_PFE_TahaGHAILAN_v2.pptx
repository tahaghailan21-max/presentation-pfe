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 altLang="en-US"/>
              <a:t>è</a:t>
            </a:r>
            <a:r>
              <a:rPr lang="en-US" altLang="en-US"/>
              <a:t>me agent lit ce manifeste et gén</a:t>
            </a:r>
            <a:r>
              <a:rPr lang=""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 altLang="en-US"/>
              <a:t>è</a:t>
            </a:r>
            <a:r>
              <a:rPr lang="en-US" altLang="en-US"/>
              <a:t>re les relations many-to-many. Et le post-SQL traite les champs dérivés et les séquences apr</a:t>
            </a:r>
            <a:r>
              <a:rPr lang=""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 altLang="en-US"/>
              <a:t>è</a:t>
            </a:r>
            <a:r>
              <a:rPr lang="en-US" altLang="en-US"/>
              <a:t>re-t-il dans PostgreSQL sans passer par Axelor ?</a:t>
            </a:r>
            <a:endParaRPr lang="en-US" altLang="en-US"/>
          </a:p>
          <a:p>
            <a:endParaRPr lang="en-US" altLang="en-US"/>
          </a:p>
          <a:p>
            <a:r>
              <a:rPr lang="en-US" altLang="en-US"/>
              <a:t>▎ Acc</a:t>
            </a:r>
            <a:r>
              <a:rPr lang=""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solution en action. Les chiffres clés marquent les esprits.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El Bouzekri El Idrissi 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s,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Aabane,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18</cp:revision>
  <dcterms:created xsi:type="dcterms:W3CDTF">2026-06-26T14:43:00Z</dcterms:created>
  <dcterms:modified xsi:type="dcterms:W3CDTF">2026-07-02T13:32:09Z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