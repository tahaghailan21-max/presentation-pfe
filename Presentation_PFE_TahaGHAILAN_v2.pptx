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Axelor Import Studio, c'est l'interface qui orchestre tout ça. Ce diagramme représente la phase de mapping, c'est-à-dire ce que le responsable d'intégration peut faire pour préparer l'import.</a:t>
            </a:r>
            <a:endParaRPr lang="fr-FR" dirty="0"/>
          </a:p>
          <a:p>
            <a:endParaRPr lang="fr-FR" dirty="0"/>
          </a:p>
          <a:p>
            <a:r>
              <a:rPr lang="fr-FR" dirty="0"/>
              <a:t>Il démarre une session, dépose ses fichiers CSV, puis lance la génération du manifeste. L'étape clé c'est la résolution des dépendances FK : c'est là que l'agent IA intervient. Les deux travaillent ensemble pour s'assurer que toutes les relations entre entités sont correctement résolues avant de générer les pipelines.</a:t>
            </a:r>
            <a:endParaRPr lang="fr-FR" dirty="0"/>
          </a:p>
          <a:p>
            <a:endParaRPr lang="fr-FR" dirty="0"/>
          </a:p>
          <a:p>
            <a:r>
              <a:rPr lang="fr-FR" dirty="0"/>
              <a:t>Une fois le manifeste validé, on passe à la phase suivante.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phrase de synthèse forte.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7547</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20</cp:revision>
  <dcterms:created xsi:type="dcterms:W3CDTF">2026-06-26T14:43:00Z</dcterms:created>
  <dcterms:modified xsi:type="dcterms:W3CDTF">2026-07-02T14:21:16Z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