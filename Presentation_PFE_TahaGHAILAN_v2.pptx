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7739</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25</cp:revision>
  <dcterms:created xsi:type="dcterms:W3CDTF">2026-06-26T14:43:00Z</dcterms:created>
  <dcterms:modified xsi:type="dcterms:W3CDTF">2026-07-02T15:32:04Z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passe maintenant à la réalisation. Ce diagramme montre l'architecture globale telle qu'elle a été implémentée.</a:t>
            </a:r>
            <a:endParaRPr lang="fr-FR" dirty="0"/>
          </a:p>
          <a:p>
            <a:endParaRPr lang="fr-FR" dirty="0"/>
          </a:p>
          <a:p>
            <a:r>
              <a:rPr lang="fr-FR" dirty="0"/>
              <a:t>En entrée, les fichiers CSV du client. Ils passent par Axelor Mapper, l'application web qu'on a développée, qui expose une interface web et un terminal conversationnel connecté à Claude.</a:t>
            </a:r>
            <a:endParaRPr lang="fr-FR" dirty="0"/>
          </a:p>
          <a:p>
            <a:endParaRPr lang="fr-FR" dirty="0"/>
          </a:p>
          <a:p>
            <a:r>
              <a:rPr lang="fr-FR" dirty="0"/>
              <a:t>Les deux skills IA s'enchaînent : Analyze &amp; Map produit le manifeste JSON, Generate Pipeline le lit et génère les fichiers Apache Hop. Le moteur Apache Hop exécute ces pipelines et insère les données directement dans PostgreSQL.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