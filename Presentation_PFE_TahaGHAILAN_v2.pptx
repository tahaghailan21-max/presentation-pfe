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7739</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26</cp:revision>
  <dcterms:created xsi:type="dcterms:W3CDTF">2026-06-26T14:43:00Z</dcterms:created>
  <dcterms:modified xsi:type="dcterms:W3CDTF">2026-07-02T16:20:42Z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 altLang="en-US" dirty="0"/>
              <a:t>è</a:t>
            </a:r>
            <a:r>
              <a:rPr lang="en-US" altLang="en-US" dirty="0"/>
              <a:t>re les sessions par UUID, la génération des fichiers XML Apache Hop depuis le manifeste, et l'acc</a:t>
            </a:r>
            <a:r>
              <a:rPr lang=""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4" Type="http://schemas.openxmlformats.org/officeDocument/2006/relationships/notesSlide" Target="../notesSlides/notesSlide16.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