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7739</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25</cp:revision>
  <dcterms:created xsi:type="dcterms:W3CDTF">2026-06-26T14:43:00Z</dcterms:created>
  <dcterms:modified xsi:type="dcterms:W3CDTF">2026-07-02T15:32:04Z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