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7796</Words>
  <Application>WPS Presentation</Application>
  <PresentationFormat>On-screen Show (16:9)</PresentationFormat>
  <Paragraphs>619</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28</cp:revision>
  <dcterms:created xsi:type="dcterms:W3CDTF">2026-06-26T14:43:00Z</dcterms:created>
  <dcterms:modified xsi:type="dcterms:W3CDTF">2026-07-03T10:05:04Z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4"/>
          <a:stretch>
            <a:fillRect/>
          </a:stretch>
        </p:blipFill>
        <p:spPr>
          <a:xfrm>
            <a:off x="548640" y="1900000"/>
            <a:ext cx="4440000" cy="2680000"/>
          </a:xfrm>
          <a:prstGeom prst="rect">
            <a:avLst/>
          </a:prstGeom>
        </p:spPr>
      </p:pic>
      <p:pic>
        <p:nvPicPr>
          <p:cNvPr id="10" name="Screenshot Manifest Review"/>
          <p:cNvPicPr>
            <a:picLocks noChangeAspect="1"/>
          </p:cNvPicPr>
          <p:nvPr/>
        </p:nvPicPr>
        <p:blipFill>
          <a:blip r:embed="rId5"/>
          <a:stretch>
            <a:fillRect/>
          </a:stretch>
        </p:blipFill>
        <p:spPr>
          <a:xfrm>
            <a:off x="5388640" y="1900000"/>
            <a:ext cx="4440000" cy="2680000"/>
          </a:xfrm>
          <a:prstGeom prst="rect">
            <a:avLst/>
          </a:prstGeom>
        </p:spPr>
      </p:pic>
      <p:sp>
        <p:nvSpPr>
          <p:cNvPr id="11" name="Caption Left"/>
          <p:cNvSpPr txBox="1"/>
          <p:nvPr/>
        </p:nvSpPr>
        <p:spPr>
          <a:xfrm>
            <a:off x="548640" y="4630000"/>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5388640" y="4630000"/>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